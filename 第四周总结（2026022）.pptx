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59" r:id="rId6"/>
    <p:sldId id="262" r:id="rId7"/>
    <p:sldId id="264" r:id="rId8"/>
    <p:sldId id="265" r:id="rId9"/>
    <p:sldId id="261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80.xml"/><Relationship Id="rId7" Type="http://schemas.openxmlformats.org/officeDocument/2006/relationships/image" Target="../media/image2.png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image" Target="../media/image1.png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86.xml"/><Relationship Id="rId7" Type="http://schemas.openxmlformats.org/officeDocument/2006/relationships/image" Target="../media/image4.png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image" Target="../media/image3.png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Git</a:t>
            </a:r>
            <a:r>
              <a:rPr lang="zh-CN" altLang="en-US"/>
              <a:t>学习周报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数科</a:t>
            </a:r>
            <a:r>
              <a:rPr lang="en-US" altLang="zh-CN"/>
              <a:t>2501 </a:t>
            </a:r>
            <a:r>
              <a:rPr lang="zh-CN" altLang="en-US"/>
              <a:t>郭嘉雯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2026.02.14 - 2026.02.22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2400"/>
              <a:t>一</a:t>
            </a:r>
            <a:r>
              <a:rPr lang="en-US" altLang="zh-CN" sz="2400"/>
              <a:t>、</a:t>
            </a:r>
            <a:r>
              <a:rPr lang="zh-CN" altLang="en-US" sz="2400"/>
              <a:t>学习内容</a:t>
            </a:r>
            <a:endParaRPr lang="zh-CN" altLang="en-US" sz="2400"/>
          </a:p>
          <a:p>
            <a:r>
              <a:rPr lang="zh-CN" altLang="en-US" sz="2400"/>
              <a:t>二</a:t>
            </a:r>
            <a:r>
              <a:rPr lang="en-US" altLang="zh-CN" sz="2400"/>
              <a:t>、</a:t>
            </a:r>
            <a:r>
              <a:rPr lang="zh-CN" altLang="en-US" sz="2400"/>
              <a:t>实践</a:t>
            </a:r>
            <a:endParaRPr lang="zh-CN" altLang="en-US" sz="2400"/>
          </a:p>
          <a:p>
            <a:r>
              <a:rPr lang="zh-CN" altLang="en-US" sz="2400"/>
              <a:t>三</a:t>
            </a:r>
            <a:r>
              <a:rPr lang="en-US" altLang="zh-CN" sz="2400"/>
              <a:t>、</a:t>
            </a:r>
            <a:r>
              <a:rPr lang="zh-CN" altLang="en-US" sz="2400"/>
              <a:t>总结</a:t>
            </a:r>
            <a:endParaRPr lang="zh-CN" altLang="en-US" sz="2400"/>
          </a:p>
          <a:p>
            <a:endParaRPr lang="zh-CN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</a:t>
            </a:r>
            <a:r>
              <a:rPr lang="en-US" altLang="zh-CN"/>
              <a:t>、</a:t>
            </a:r>
            <a:r>
              <a:rPr lang="zh-CN" altLang="en-US"/>
              <a:t>学习内容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2215515"/>
            <a:ext cx="10968990" cy="4034155"/>
          </a:xfrm>
        </p:spPr>
        <p:txBody>
          <a:bodyPr/>
          <a:p>
            <a:r>
              <a:rPr lang="en-US" altLang="zh-CN"/>
              <a:t>1.</a:t>
            </a:r>
            <a:r>
              <a:rPr lang="zh-CN" altLang="en-US"/>
              <a:t>概述</a:t>
            </a:r>
            <a:br>
              <a:rPr lang="zh-CN" altLang="en-US"/>
            </a:br>
            <a:r>
              <a:rPr lang="zh-CN" altLang="en-US"/>
              <a:t>概念理解：掌握</a:t>
            </a:r>
            <a:r>
              <a:rPr lang="zh-CN" altLang="en-US"/>
              <a:t>了分布式版本控制优势（离线工作、高效协作），对比集中式工具</a:t>
            </a:r>
            <a:r>
              <a:rPr lang="en-US" altLang="zh-CN"/>
              <a:t>(SVN)</a:t>
            </a:r>
            <a:br>
              <a:rPr lang="en-US" altLang="zh-CN"/>
            </a:br>
            <a:r>
              <a:rPr lang="zh-CN" altLang="en-US"/>
              <a:t>环境：完成</a:t>
            </a:r>
            <a:r>
              <a:rPr lang="en-US" altLang="zh-CN"/>
              <a:t>Git</a:t>
            </a:r>
            <a:r>
              <a:rPr lang="zh-CN" altLang="en-US"/>
              <a:t>安装配置，解决</a:t>
            </a:r>
            <a:r>
              <a:rPr lang="en-US" altLang="zh-CN"/>
              <a:t>Mac</a:t>
            </a:r>
            <a:r>
              <a:rPr lang="zh-CN" altLang="en-US"/>
              <a:t>系统中文乱码问题</a:t>
            </a:r>
            <a:br>
              <a:rPr lang="zh-CN" altLang="en-US"/>
            </a:br>
            <a:r>
              <a:rPr lang="zh-CN" altLang="en-US"/>
              <a:t>配置了</a:t>
            </a:r>
            <a:r>
              <a:rPr lang="en-US" altLang="zh-CN"/>
              <a:t>5</a:t>
            </a:r>
            <a:r>
              <a:rPr lang="zh-CN" altLang="en-US"/>
              <a:t>个常用命令别名</a:t>
            </a:r>
            <a:r>
              <a:rPr lang="en-US" altLang="zh-CN"/>
              <a:t>(gs/ga/gc/gp/gl)</a:t>
            </a:r>
            <a:br>
              <a:rPr lang="en-US" altLang="zh-CN"/>
            </a:br>
            <a:r>
              <a:rPr lang="zh-CN" altLang="en-US"/>
              <a:t>理解了</a:t>
            </a:r>
            <a:r>
              <a:rPr lang="en-US" altLang="zh-CN"/>
              <a:t>Git</a:t>
            </a:r>
            <a:r>
              <a:rPr lang="zh-CN" altLang="en-US"/>
              <a:t>四区模型（工作区</a:t>
            </a:r>
            <a:r>
              <a:rPr lang="en-US" altLang="zh-CN"/>
              <a:t>/</a:t>
            </a:r>
            <a:r>
              <a:rPr lang="zh-CN" altLang="en-US"/>
              <a:t>暂存区</a:t>
            </a:r>
            <a:r>
              <a:rPr lang="en-US" altLang="zh-CN"/>
              <a:t>/</a:t>
            </a:r>
            <a:r>
              <a:rPr lang="zh-CN" altLang="en-US"/>
              <a:t>本地仓库</a:t>
            </a:r>
            <a:r>
              <a:rPr lang="en-US" altLang="zh-CN"/>
              <a:t>/</a:t>
            </a:r>
            <a:r>
              <a:rPr lang="zh-CN" altLang="en-US"/>
              <a:t>远程仓库）</a:t>
            </a:r>
            <a:br>
              <a:rPr lang="zh-CN" altLang="en-US"/>
            </a:br>
            <a:r>
              <a:rPr lang="zh-CN" altLang="en-US"/>
              <a:t>通过</a:t>
            </a:r>
            <a:r>
              <a:rPr lang="en-US" altLang="zh-CN"/>
              <a:t>core.quotepath false</a:t>
            </a:r>
            <a:r>
              <a:rPr lang="zh-CN" altLang="en-US"/>
              <a:t>和</a:t>
            </a:r>
            <a:r>
              <a:rPr lang="en-US" altLang="zh-CN"/>
              <a:t>locale</a:t>
            </a:r>
            <a:r>
              <a:rPr lang="zh-CN" altLang="en-US"/>
              <a:t>设置彻底解决</a:t>
            </a:r>
            <a:r>
              <a:rPr lang="zh-CN" altLang="en-US"/>
              <a:t>了中文显示问题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一、学习</a:t>
            </a:r>
            <a:r>
              <a:rPr lang="zh-CN" altLang="en-US"/>
              <a:t>内容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21130"/>
            <a:ext cx="10968990" cy="5577840"/>
          </a:xfrm>
        </p:spPr>
        <p:txBody>
          <a:bodyPr>
            <a:normAutofit lnSpcReduction="10000"/>
          </a:bodyPr>
          <a:p>
            <a:r>
              <a:rPr lang="en-US" altLang="zh-CN"/>
              <a:t>2.</a:t>
            </a:r>
            <a:r>
              <a:rPr lang="zh-CN" altLang="en-US"/>
              <a:t>本地仓库</a:t>
            </a:r>
            <a:br>
              <a:rPr lang="zh-CN" altLang="en-US"/>
            </a:br>
            <a:r>
              <a:rPr lang="zh-CN" altLang="en-US"/>
              <a:t>掌握了</a:t>
            </a:r>
            <a:r>
              <a:rPr lang="en-US" altLang="zh-CN"/>
              <a:t>git init</a:t>
            </a:r>
            <a:r>
              <a:rPr lang="zh-CN" altLang="en-US"/>
              <a:t>创建本地仓库，理解</a:t>
            </a:r>
            <a:r>
              <a:rPr lang="en-US" altLang="zh-CN"/>
              <a:t>.git</a:t>
            </a:r>
            <a:r>
              <a:rPr lang="zh-CN" altLang="en-US"/>
              <a:t>隐藏目录作用</a:t>
            </a:r>
            <a:br>
              <a:rPr lang="zh-CN" altLang="en-US"/>
            </a:br>
            <a:r>
              <a:rPr lang="zh-CN" altLang="en-US"/>
              <a:t>使用</a:t>
            </a:r>
            <a:r>
              <a:rPr lang="en-US" altLang="zh-CN"/>
              <a:t>git add ./git commit</a:t>
            </a:r>
            <a:r>
              <a:rPr lang="zh-CN" altLang="en-US"/>
              <a:t>实现文件状态转换</a:t>
            </a:r>
            <a:r>
              <a:rPr lang="en-US" altLang="zh-CN"/>
              <a:t>（</a:t>
            </a:r>
            <a:r>
              <a:rPr lang="zh-CN" altLang="en-US"/>
              <a:t>暂存区工作区本地仓库</a:t>
            </a:r>
            <a:r>
              <a:rPr lang="en-US" altLang="zh-CN"/>
              <a:t>）</a:t>
            </a:r>
            <a:br>
              <a:rPr lang="en-US" altLang="zh-CN"/>
            </a:br>
            <a:r>
              <a:rPr lang="en-US" altLang="zh-CN"/>
              <a:t>git-log</a:t>
            </a:r>
            <a:r>
              <a:rPr lang="zh-CN" altLang="en-US"/>
              <a:t>简化查看提交</a:t>
            </a:r>
            <a:r>
              <a:rPr lang="zh-CN" altLang="en-US"/>
              <a:t>记录</a:t>
            </a:r>
            <a:br>
              <a:rPr lang="zh-CN" altLang="en-US"/>
            </a:br>
            <a:r>
              <a:rPr lang="zh-CN" altLang="en-US"/>
              <a:t>创建</a:t>
            </a:r>
            <a:r>
              <a:rPr lang="en-US" altLang="zh-CN"/>
              <a:t>.gitignore</a:t>
            </a:r>
            <a:r>
              <a:rPr lang="zh-CN" altLang="en-US"/>
              <a:t>文件排除无关文件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分支</a:t>
            </a:r>
            <a:br>
              <a:rPr lang="zh-CN" altLang="en-US"/>
            </a:br>
            <a:r>
              <a:rPr lang="zh-CN" altLang="en-US"/>
              <a:t>基础操作：</a:t>
            </a:r>
            <a:br>
              <a:rPr lang="zh-CN" altLang="en-US"/>
            </a:br>
            <a:r>
              <a:rPr lang="zh-CN" altLang="en-US"/>
              <a:t>创建分支：</a:t>
            </a:r>
            <a:r>
              <a:rPr lang="en-US" altLang="zh-CN"/>
              <a:t>git branch dev01 </a:t>
            </a:r>
            <a:br>
              <a:rPr lang="en-US" altLang="zh-CN"/>
            </a:br>
            <a:r>
              <a:rPr lang="zh-CN" altLang="en-US"/>
              <a:t>创建并切换当前分支</a:t>
            </a:r>
            <a:r>
              <a:rPr lang="en-US" altLang="zh-CN"/>
              <a:t>：git checkout -b feature</a:t>
            </a:r>
            <a:br>
              <a:rPr lang="zh-CN" altLang="en-US"/>
            </a:br>
            <a:r>
              <a:rPr lang="zh-CN" altLang="en-US"/>
              <a:t>合并分支</a:t>
            </a:r>
            <a:r>
              <a:rPr lang="en-US" altLang="zh-CN"/>
              <a:t>：git merge dev01</a:t>
            </a:r>
            <a:br>
              <a:rPr lang="en-US" altLang="zh-CN"/>
            </a:br>
            <a:r>
              <a:rPr lang="zh-CN" altLang="en-US"/>
              <a:t>删除分支</a:t>
            </a:r>
            <a:r>
              <a:rPr lang="en-US" altLang="zh-CN"/>
              <a:t>git branch -d/-</a:t>
            </a:r>
            <a:r>
              <a:rPr lang="en-US" altLang="zh-CN"/>
              <a:t>D dev01</a:t>
            </a:r>
            <a:br>
              <a:rPr lang="en-US" altLang="zh-CN"/>
            </a:br>
            <a:r>
              <a:rPr lang="zh-CN" altLang="en-US"/>
              <a:t>修改</a:t>
            </a:r>
            <a:r>
              <a:rPr lang="en-US" altLang="en-US"/>
              <a:t>→</a:t>
            </a:r>
            <a:r>
              <a:rPr lang="en-US" altLang="zh-CN"/>
              <a:t>add</a:t>
            </a:r>
            <a:r>
              <a:rPr lang="en-US" altLang="en-US"/>
              <a:t>→</a:t>
            </a:r>
            <a:r>
              <a:rPr lang="en-US" altLang="zh-CN"/>
              <a:t>commit</a:t>
            </a:r>
            <a:br>
              <a:rPr lang="en-US" altLang="zh-CN"/>
            </a:br>
            <a:r>
              <a:rPr lang="zh-CN" altLang="en-US"/>
              <a:t>一定要提交</a:t>
            </a:r>
            <a:r>
              <a:rPr lang="zh-CN" altLang="en-US"/>
              <a:t>记录！</a:t>
            </a:r>
            <a:br>
              <a:rPr lang="zh-CN" altLang="en-US"/>
            </a:b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en-US" altLang="zh-CN"/>
              <a:t>、</a:t>
            </a:r>
            <a:r>
              <a:rPr lang="zh-CN" altLang="en-US"/>
              <a:t>实践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1.Git</a:t>
            </a:r>
            <a:r>
              <a:rPr lang="zh-CN" altLang="en-US"/>
              <a:t>安装及基本配置成功</a:t>
            </a:r>
            <a:endParaRPr lang="zh-CN" altLang="en-US"/>
          </a:p>
        </p:txBody>
      </p:sp>
      <p:pic>
        <p:nvPicPr>
          <p:cNvPr id="7" name="图片 3" descr="截屏2026-02-14 21.06.57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0220" y="2665730"/>
            <a:ext cx="5133975" cy="235077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/>
        <p:txBody>
          <a:bodyPr/>
          <a:p>
            <a:r>
              <a:rPr lang="en-US" altLang="zh-CN"/>
              <a:t>2.</a:t>
            </a:r>
            <a:r>
              <a:rPr lang="zh-CN" altLang="en-US"/>
              <a:t>设置别名</a:t>
            </a:r>
            <a:endParaRPr lang="zh-CN" altLang="en-US"/>
          </a:p>
        </p:txBody>
      </p:sp>
      <p:pic>
        <p:nvPicPr>
          <p:cNvPr id="8" name="图片 1" descr="截屏2026-02-16 11.05.24"/>
          <p:cNvPicPr>
            <a:picLocks noChangeAspect="1"/>
          </p:cNvPicPr>
          <p:nvPr>
            <p:ph sz="quarter" idx="4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512560" y="2019300"/>
            <a:ext cx="4787900" cy="40640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en-US" altLang="zh-CN"/>
              <a:t>、</a:t>
            </a:r>
            <a:r>
              <a:rPr lang="zh-CN" altLang="en-US"/>
              <a:t>实践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3.</a:t>
            </a:r>
            <a:r>
              <a:rPr lang="zh-CN" altLang="en-US"/>
              <a:t>创建本地仓库</a:t>
            </a:r>
            <a:endParaRPr lang="zh-CN" altLang="en-US"/>
          </a:p>
        </p:txBody>
      </p:sp>
      <p:pic>
        <p:nvPicPr>
          <p:cNvPr id="7" name="图片 2" descr="截屏2026-02-16 11.13.50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41705" y="2851150"/>
            <a:ext cx="3886200" cy="8001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/>
        <p:txBody>
          <a:bodyPr/>
          <a:p>
            <a:r>
              <a:rPr lang="en-US" altLang="zh-CN"/>
              <a:t>4.</a:t>
            </a:r>
            <a:r>
              <a:rPr lang="zh-CN" altLang="en-US"/>
              <a:t>提交至仓库</a:t>
            </a:r>
            <a:endParaRPr lang="zh-CN" altLang="en-US"/>
          </a:p>
        </p:txBody>
      </p:sp>
      <p:pic>
        <p:nvPicPr>
          <p:cNvPr id="8" name="图片 5" descr="截屏2026-02-16 11.47.09"/>
          <p:cNvPicPr>
            <a:picLocks noChangeAspect="1"/>
          </p:cNvPicPr>
          <p:nvPr>
            <p:ph sz="quarter" idx="4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235700" y="2023745"/>
            <a:ext cx="4402455" cy="416623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二、</a:t>
            </a:r>
            <a:r>
              <a:rPr lang="zh-CN" altLang="en-US"/>
              <a:t>实践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5.</a:t>
            </a:r>
            <a:r>
              <a:rPr lang="zh-CN" altLang="en-US"/>
              <a:t>分支</a:t>
            </a:r>
            <a:r>
              <a:rPr lang="zh-CN" altLang="en-US"/>
              <a:t>操作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zh-CN"/>
              <a:t>#[master]</a:t>
            </a:r>
            <a:r>
              <a:rPr lang="zh-CN" altLang="en-US"/>
              <a:t>创建分支</a:t>
            </a:r>
            <a:r>
              <a:rPr lang="en-US" altLang="zh-CN"/>
              <a:t>dev01</a:t>
            </a:r>
            <a:br>
              <a:rPr lang="en-US" altLang="zh-CN"/>
            </a:br>
            <a:r>
              <a:rPr lang="en-US" altLang="zh-CN"/>
              <a:t>git branch dev01</a:t>
            </a:r>
            <a:br>
              <a:rPr lang="en-US" altLang="zh-CN"/>
            </a:br>
            <a:r>
              <a:rPr lang="en-US" altLang="zh-CN"/>
              <a:t>#[master]</a:t>
            </a:r>
            <a:r>
              <a:rPr lang="zh-CN" altLang="en-US"/>
              <a:t>切换到</a:t>
            </a:r>
            <a:r>
              <a:rPr lang="en-US" altLang="zh-CN"/>
              <a:t>dev01</a:t>
            </a:r>
            <a:br>
              <a:rPr lang="en-US" altLang="zh-CN"/>
            </a:br>
            <a:r>
              <a:rPr lang="en-US" altLang="zh-CN"/>
              <a:t>git checkout dev01</a:t>
            </a:r>
            <a:br>
              <a:rPr lang="en-US" altLang="zh-CN"/>
            </a:br>
            <a:r>
              <a:rPr lang="en-US" altLang="zh-CN"/>
              <a:t>#[dev01]</a:t>
            </a:r>
            <a:r>
              <a:rPr lang="zh-CN" altLang="en-US"/>
              <a:t>创建文件</a:t>
            </a:r>
            <a:r>
              <a:rPr lang="en-US" altLang="zh-CN"/>
              <a:t>file02.txt</a:t>
            </a:r>
            <a:br>
              <a:rPr lang="en-US" altLang="zh-CN"/>
            </a:br>
            <a:r>
              <a:rPr lang="en-US" altLang="zh-CN"/>
              <a:t>touch file02.txt</a:t>
            </a:r>
            <a:br>
              <a:rPr lang="en-US" altLang="zh-CN"/>
            </a:br>
            <a:r>
              <a:rPr lang="en-US" altLang="zh-CN"/>
              <a:t>git add .</a:t>
            </a:r>
            <a:br>
              <a:rPr lang="en-US" altLang="zh-CN"/>
            </a:br>
            <a:r>
              <a:rPr lang="en-US" altLang="zh-CN"/>
              <a:t>git commit -m ‘commit file02’</a:t>
            </a:r>
            <a:br>
              <a:rPr lang="en-US" altLang="zh-CN"/>
            </a:br>
            <a:r>
              <a:rPr lang="en-US" altLang="zh-CN"/>
              <a:t>git-log</a:t>
            </a:r>
            <a:br>
              <a:rPr lang="en-US" altLang="zh-CN"/>
            </a:br>
            <a:r>
              <a:rPr lang="en-US" altLang="zh-CN"/>
              <a:t>#[dev01]</a:t>
            </a:r>
            <a:r>
              <a:rPr lang="zh-CN" altLang="en-US"/>
              <a:t>切换到</a:t>
            </a:r>
            <a:r>
              <a:rPr lang="en-US" altLang="zh-CN"/>
              <a:t>master</a:t>
            </a:r>
            <a:r>
              <a:rPr lang="zh-CN" altLang="en-US"/>
              <a:t>分支，并将</a:t>
            </a:r>
            <a:r>
              <a:rPr lang="en-US" altLang="zh-CN"/>
              <a:t>dev01</a:t>
            </a:r>
            <a:r>
              <a:rPr lang="zh-CN" altLang="en-US"/>
              <a:t>合并到</a:t>
            </a:r>
            <a:r>
              <a:rPr lang="en-US" altLang="zh-CN"/>
              <a:t>master</a:t>
            </a:r>
            <a:br>
              <a:rPr lang="en-US" altLang="zh-CN"/>
            </a:br>
            <a:r>
              <a:rPr lang="en-US" altLang="zh-CN"/>
              <a:t>git checkout master</a:t>
            </a:r>
            <a:br>
              <a:rPr lang="en-US" altLang="zh-CN"/>
            </a:br>
            <a:r>
              <a:rPr lang="en-US" altLang="zh-CN"/>
              <a:t>git merge dev01</a:t>
            </a:r>
            <a:br>
              <a:rPr lang="en-US" altLang="zh-CN"/>
            </a:br>
            <a:r>
              <a:rPr lang="en-US" altLang="zh-CN"/>
              <a:t>git-log</a:t>
            </a:r>
            <a:br>
              <a:rPr lang="en-US" altLang="zh-CN"/>
            </a:br>
            <a:r>
              <a:rPr lang="en-US" altLang="zh-CN"/>
              <a:t>#</a:t>
            </a:r>
            <a:r>
              <a:rPr lang="zh-CN" altLang="en-US"/>
              <a:t>删除</a:t>
            </a:r>
            <a:r>
              <a:rPr lang="en-US" altLang="zh-CN"/>
              <a:t>dev01</a:t>
            </a:r>
            <a:br>
              <a:rPr lang="en-US" altLang="zh-CN"/>
            </a:br>
            <a:r>
              <a:rPr lang="en-US" altLang="zh-CN"/>
              <a:t>git branch -d dev01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en-US" altLang="zh-CN"/>
              <a:t>6.</a:t>
            </a:r>
            <a:r>
              <a:rPr lang="en-US" altLang="zh-CN"/>
              <a:t>GiHub</a:t>
            </a: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完成了</a:t>
            </a:r>
            <a:r>
              <a:rPr lang="en-US" altLang="zh-CN"/>
              <a:t>GitHub</a:t>
            </a:r>
            <a:r>
              <a:rPr lang="zh-CN" altLang="en-US"/>
              <a:t>的注册，并创建了一个新仓库</a:t>
            </a:r>
            <a:r>
              <a:rPr lang="en-US" altLang="zh-CN"/>
              <a:t>“learning”</a:t>
            </a:r>
            <a:r>
              <a:rPr lang="zh-CN" altLang="en-US"/>
              <a:t>。成功将本地仓库与远程仓库通过网络连接进行了连接。并将</a:t>
            </a:r>
            <a:r>
              <a:rPr lang="en-US" altLang="zh-CN"/>
              <a:t>Git</a:t>
            </a:r>
            <a:r>
              <a:rPr lang="zh-CN" altLang="en-US"/>
              <a:t>笔记与测试文件</a:t>
            </a:r>
            <a:r>
              <a:rPr lang="en-US" altLang="zh-CN"/>
              <a:t>testfile01.txt</a:t>
            </a:r>
            <a:r>
              <a:rPr lang="zh-CN" altLang="en-US"/>
              <a:t>提交至了</a:t>
            </a:r>
            <a:r>
              <a:rPr lang="en-US" altLang="zh-CN"/>
              <a:t>GitHub</a:t>
            </a:r>
            <a:r>
              <a:rPr lang="zh-CN" altLang="en-US"/>
              <a:t>仓库。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我的</a:t>
            </a:r>
            <a:r>
              <a:rPr lang="en-US" altLang="zh-CN"/>
              <a:t>GitHub</a:t>
            </a:r>
            <a:r>
              <a:rPr lang="zh-CN" altLang="en-US"/>
              <a:t>仓库</a:t>
            </a:r>
            <a:r>
              <a:rPr lang="en-US" altLang="zh-CN"/>
              <a:t>：</a:t>
            </a:r>
            <a:r>
              <a:rPr lang="en-US" altLang="zh-CN"/>
              <a:t>https://github.com/Yuri0224/learning</a:t>
            </a:r>
            <a:endParaRPr lang="en-US" altLang="zh-CN"/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</a:t>
            </a:r>
            <a:r>
              <a:rPr lang="en-US" altLang="zh-CN"/>
              <a:t>、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964110"/>
            <a:ext cx="10969200" cy="4759200"/>
          </a:xfrm>
        </p:spPr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  </a:t>
            </a:r>
            <a:r>
              <a:rPr lang="zh-CN" altLang="en-US" sz="2000">
                <a:sym typeface="+mn-ea"/>
              </a:rPr>
              <a:t>本周系统学习了</a:t>
            </a:r>
            <a:r>
              <a:rPr lang="en-US" altLang="zh-CN" sz="2000">
                <a:sym typeface="+mn-ea"/>
              </a:rPr>
              <a:t>Git</a:t>
            </a:r>
            <a:r>
              <a:rPr lang="zh-CN" altLang="en-US" sz="2000">
                <a:sym typeface="+mn-ea"/>
              </a:rPr>
              <a:t>基础操作与</a:t>
            </a:r>
            <a:r>
              <a:rPr lang="en-US" altLang="zh-CN" sz="2000">
                <a:sym typeface="+mn-ea"/>
              </a:rPr>
              <a:t>GitHub</a:t>
            </a:r>
            <a:r>
              <a:rPr lang="zh-CN" altLang="en-US" sz="2000">
                <a:sym typeface="+mn-ea"/>
              </a:rPr>
              <a:t>协作应用，成功掌握本地仓库管理、分支协同及远程仓库配置全流程</a:t>
            </a:r>
            <a:r>
              <a:rPr lang="en-US" altLang="zh-CN" sz="2000">
                <a:sym typeface="+mn-ea"/>
              </a:rPr>
              <a:t>。</a:t>
            </a:r>
            <a:r>
              <a:rPr lang="zh-CN" altLang="en-US" sz="2000"/>
              <a:t>有利于未来多人协作任务的开展</a:t>
            </a:r>
            <a:r>
              <a:rPr lang="en-US" altLang="zh-CN" sz="2000"/>
              <a:t>，</a:t>
            </a:r>
            <a:r>
              <a:rPr lang="zh-CN" altLang="en-US" sz="2000">
                <a:sym typeface="+mn-ea"/>
              </a:rPr>
              <a:t>实现了代码实时备份与共享</a:t>
            </a:r>
            <a:r>
              <a:rPr lang="en-US" altLang="zh-CN" sz="2000"/>
              <a:t>。</a:t>
            </a:r>
            <a:r>
              <a:rPr lang="zh-CN" altLang="en-US" sz="2000"/>
              <a:t>未来要建立安全代码管理习惯，避免工作丢失。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2331775"/>
            <a:ext cx="10969200" cy="4759200"/>
          </a:xfrm>
        </p:spPr>
        <p:txBody>
          <a:bodyPr/>
          <a:p>
            <a:pPr marL="0" indent="0" algn="ctr">
              <a:buNone/>
            </a:pPr>
            <a:r>
              <a:rPr lang="zh-CN" altLang="en-US" sz="7200"/>
              <a:t>感谢观赏</a:t>
            </a:r>
            <a:endParaRPr lang="zh-CN" altLang="en-US" sz="72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1083</Words>
  <Application>WPS 演示</Application>
  <PresentationFormat>宽屏</PresentationFormat>
  <Paragraphs>52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Git学习周报</vt:lpstr>
      <vt:lpstr>目录</vt:lpstr>
      <vt:lpstr>一、学习内容</vt:lpstr>
      <vt:lpstr>一、学习内容</vt:lpstr>
      <vt:lpstr>二、实践</vt:lpstr>
      <vt:lpstr>二、实践</vt:lpstr>
      <vt:lpstr>二、实践</vt:lpstr>
      <vt:lpstr>三、总结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fairy</cp:lastModifiedBy>
  <cp:revision>167</cp:revision>
  <dcterms:created xsi:type="dcterms:W3CDTF">2026-02-22T03:04:51Z</dcterms:created>
  <dcterms:modified xsi:type="dcterms:W3CDTF">2026-02-22T03:04:51Z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9B824EE0B625888F2756996961A6DD26_41</vt:lpwstr>
  </property>
</Properties>
</file>